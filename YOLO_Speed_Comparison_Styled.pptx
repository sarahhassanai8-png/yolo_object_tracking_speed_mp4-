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AAFF"/>
                </a:solidFill>
              </a:defRPr>
            </a:pPr>
            <a:r>
              <a:t>AI •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7FA"/>
                </a:solidFill>
              </a:defRPr>
            </a:pPr>
            <a:r>
              <a:t>YOLO Models</a:t>
            </a:r>
          </a:p>
          <a:p>
            <a:pPr>
              <a:defRPr sz="4800" b="1">
                <a:solidFill>
                  <a:srgbClr val="50AAFF"/>
                </a:solidFill>
              </a:defRPr>
            </a:pPr>
            <a:r>
              <a:t>Speed Comparison</a:t>
            </a:r>
          </a:p>
          <a:p>
            <a:pPr>
              <a:defRPr sz="1800">
                <a:solidFill>
                  <a:srgbClr val="AAB4C8"/>
                </a:solidFill>
              </a:defRPr>
            </a:pPr>
            <a:r>
              <a:t>YOLOv10n  •  YOLOv11n  •  YOLOv12n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600"/>
            <a:ext cx="3200400" cy="10515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73152" cy="105156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01768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86400"/>
            <a:ext cx="2697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Video processing &amp;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800600"/>
            <a:ext cx="3200400" cy="10515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4800600"/>
            <a:ext cx="73152" cy="105156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001768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486400"/>
            <a:ext cx="2697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942 video frames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800600"/>
            <a:ext cx="3200400" cy="10515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4800600"/>
            <a:ext cx="73152" cy="105156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5001768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486400"/>
            <a:ext cx="2697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Processing Time +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A controlled comparison of three lightweight YOLO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73152" cy="310896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01 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Compare the processing speed of YOLOv10n, YOLOv11n and YOLOv12n on the same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73152" cy="310896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02  Fair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All models process the same input video containing 942 frames.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73152" cy="310896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03 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2880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Performance is measured using total processing time and FPS.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Tools used to run, process and visualize the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73152" cy="160020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Programming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73152" cy="160020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9385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Ultralytics YOLO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4231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Object detection &amp;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73152" cy="160020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OpenCV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Video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73152" cy="1600200"/>
          </a:xfrm>
          <a:prstGeom prst="round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959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Results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947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3794760"/>
            <a:ext cx="73152" cy="160020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9959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Matplotlib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4805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Visualization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337560" cy="160020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60"/>
            <a:ext cx="73152" cy="160020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9592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Google Colab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60"/>
            <a:ext cx="2834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Execution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The same conditions were maintained for the three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514600" cy="19202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73152" cy="192024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Video • 942 frames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2111" y="2743200"/>
            <a:ext cx="320040" cy="274320"/>
          </a:xfrm>
          <a:prstGeom prst="rightArrow">
            <a:avLst/>
          </a:prstGeom>
          <a:solidFill>
            <a:srgbClr val="AA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103120"/>
            <a:ext cx="2514600" cy="19202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103120"/>
            <a:ext cx="73152" cy="192024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30428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88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YOLOv10n / v11n / v12n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16752" y="2743200"/>
            <a:ext cx="320040" cy="274320"/>
          </a:xfrm>
          <a:prstGeom prst="rightArrow">
            <a:avLst/>
          </a:prstGeom>
          <a:solidFill>
            <a:srgbClr val="AA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2514600" cy="19202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73152" cy="192024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0428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88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Time + FPS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51392" y="2743200"/>
            <a:ext cx="320040" cy="274320"/>
          </a:xfrm>
          <a:prstGeom prst="rightArrow">
            <a:avLst/>
          </a:prstGeom>
          <a:solidFill>
            <a:srgbClr val="AA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103120"/>
            <a:ext cx="2514600" cy="19202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2103120"/>
            <a:ext cx="73152" cy="1920240"/>
          </a:xfrm>
          <a:prstGeom prst="round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30428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88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Best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Performance measured on 942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73152" cy="310896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YOLOv10n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Processing Time</a:t>
            </a:r>
            <a:br/>
            <a:r>
              <a:t>184.03 s</a:t>
            </a:r>
            <a:br/>
            <a:br/>
            <a:r>
              <a:t>FPS</a:t>
            </a:r>
            <a:br/>
            <a:r>
              <a:t>5.12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73152" cy="310896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299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YOLOv11n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514600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Processing Time</a:t>
            </a:r>
            <a:br/>
            <a:r>
              <a:t>183.97 s</a:t>
            </a:r>
            <a:br/>
            <a:br/>
            <a:r>
              <a:t>FPS</a:t>
            </a:r>
            <a:br/>
            <a:r>
              <a:t>5.12 FPS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337560" cy="310896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73152" cy="310896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29968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YOLOv12n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Processing Time</a:t>
            </a:r>
            <a:br/>
            <a:r>
              <a:t>194.03 s</a:t>
            </a:r>
            <a:br/>
            <a:br/>
            <a:r>
              <a:t>FPS</a:t>
            </a:r>
            <a:br/>
            <a:r>
              <a:t>4.85 FPS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FPS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Higher FPS indicates faster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YOLOv10n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56231"/>
            <a:ext cx="7405642" cy="384048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18105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5.12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YOLOv11n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999232"/>
            <a:ext cx="7405642" cy="384048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27080" y="29535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5.12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YOLOv12n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142232"/>
            <a:ext cx="7015110" cy="384048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7080" y="40965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4.85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4C8"/>
                </a:solidFill>
              </a:defRPr>
            </a:pPr>
            <a:r>
              <a:t>YOLOv10n and YOLOv11n achieved the same rounded FPS.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Which Model Won?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Based on this specific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572000" cy="338328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73152" cy="338328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4069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🏆 YOLOv11n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4069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Lowest processing time:</a:t>
            </a:r>
            <a:br/>
            <a:r>
              <a:t>183.97 seconds</a:t>
            </a:r>
            <a:br/>
            <a:br/>
            <a:r>
              <a:t>FPS:</a:t>
            </a:r>
            <a:br/>
            <a:r>
              <a:t>5.12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828800"/>
            <a:ext cx="4572000" cy="338328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1828800"/>
            <a:ext cx="73152" cy="338328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029968"/>
            <a:ext cx="4069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Close Second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14600"/>
            <a:ext cx="4069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YOLOv10n:</a:t>
            </a:r>
            <a:br/>
            <a:r>
              <a:t>184.03 seconds</a:t>
            </a:r>
            <a:br/>
            <a:br/>
            <a:r>
              <a:t>Only 0.06 seconds slower than YOLOv11n.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Key takeaways from the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73152" cy="3291840"/>
          </a:xfrm>
          <a:prstGeom prst="roundRect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Fastest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YOLOv11n achieved the lowest processing time and 5.12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73152" cy="3291840"/>
          </a:xfrm>
          <a:prstGeom prst="roundRect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3852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Very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YOLOv10n produced almost identical speed.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12182D"/>
          </a:solidFill>
          <a:ln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73152" cy="3291840"/>
          </a:xfrm>
          <a:prstGeom prst="roundRect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5F7FA"/>
                </a:solidFill>
              </a:defRPr>
            </a:pPr>
            <a:r>
              <a:t>Slowest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YOLOv12n recorded 4.85 FPS and the highest processing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B4C8"/>
                </a:solidFill>
              </a:defRPr>
            </a:pPr>
            <a:r>
              <a:t>Note: Results reflect this experimental setup and are not universal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731520"/>
            <a:ext cx="2194560" cy="2194560"/>
          </a:xfrm>
          <a:prstGeom prst="ellipse">
            <a:avLst/>
          </a:prstGeom>
          <a:solidFill>
            <a:srgbClr val="A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577840"/>
            <a:ext cx="1554480" cy="1554480"/>
          </a:xfrm>
          <a:prstGeom prst="ellipse">
            <a:avLst/>
          </a:prstGeom>
          <a:solidFill>
            <a:srgbClr val="5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640080" cy="640080"/>
          </a:xfrm>
          <a:prstGeom prst="ellipse">
            <a:avLst/>
          </a:prstGeom>
          <a:solidFill>
            <a:srgbClr val="4B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7FA"/>
                </a:solidFill>
              </a:defRPr>
            </a:pPr>
            <a:r>
              <a:t>Thank You</a:t>
            </a:r>
          </a:p>
          <a:p>
            <a:pPr algn="ctr">
              <a:defRPr sz="2500">
                <a:solidFill>
                  <a:srgbClr val="50AAFF"/>
                </a:solidFill>
              </a:defRPr>
            </a:pPr>
            <a:r>
              <a:t>Questions?</a:t>
            </a:r>
          </a:p>
          <a:p>
            <a:pPr algn="ctr">
              <a:defRPr sz="1600">
                <a:solidFill>
                  <a:srgbClr val="AAB4C8"/>
                </a:solidFill>
              </a:defRPr>
            </a:pPr>
            <a:r>
              <a:t>YOLO Models Speed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